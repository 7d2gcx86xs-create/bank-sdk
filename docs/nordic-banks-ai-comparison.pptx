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postures show up. Full-stack builders: OP (AI-first strategy, own assistants for customers and staff), Danske (deepest internal genAI estate in the Nordics) and Revolut (proprietary models and its own research unit). Selective scalers: DNB and SEB, both with a decade of conversational AI and now genAI layered on top; Swedbank close behind with governance-first scaling. Deliberate abstainers: Handelsbanken by conviction, Nordnet and Avanza by business model. The sharpest divide is not model access - it is whether AI reaches the customer or stops at the employee desktop.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sources are the banks' own pages and press releases. Vendor and consultancy material is used only where the bank has not published equivalent detail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Nordic Banks — AI Capability Comparison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documented AI deployments, September 2026. Bracketed numbers cite the sources on slide 2.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9189720" y="274320"/>
            <a:ext cx="2542032" cy="384048"/>
          </a:xfrm>
          <a:prstGeom prst="roundRect">
            <a:avLst>
              <a:gd name="adj" fmla="val 23810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institutions  ·  21 sources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1127455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880360"/>
                <a:gridCol w="2788920"/>
                <a:gridCol w="2880360"/>
                <a:gridCol w="103327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Customer-facing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/ employee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sets them apart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 Financial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spc="60" kern="0" dirty="0">
                          <a:solidFill>
                            <a:srgbClr val="5A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FINLAND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 Aina — 24/7 personal assistant on the newest models, merging customer data across services [1]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 Maiju — group-wide generative AI assistant for employees' daily tasks [1]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moved from “Mobile first” to “AI first”; runs its own quantum + AI research centre (QARC) [1][2]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Danske Bank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spc="60" kern="0" dirty="0">
                          <a:solidFill>
                            <a:srgbClr val="5A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DENMARK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Colleague-first: no flagship customer-facing genAI assistant disclosed [4]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genAI solutions live — DanskeGPT, DanskeAssist, GovDoc &amp; HR Assistant; ~16,000 monthly users [4]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AI Officer named Jun 2025; “Adoption Cluster” of 5 squads, 30+ use cases in production [3][4]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spc="60" kern="0" dirty="0">
                          <a:solidFill>
                            <a:srgbClr val="5A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Aino chatbot, now genAI/LLM-backed, automates over 50% of all incoming chat traffic [5][6]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Juno adviser bot (~5,000 daily users, ~80% accuracy), Hugo for HR, Fix for the IT service desk [7]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Nordics' longest-running conversational-AI programme (since 2017); 15 full-time AI trainers [6][7]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spc="60" kern="0" dirty="0">
                          <a:solidFill>
                            <a:srgbClr val="5A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Aida assistant on seb.se since 2016, serving both customers and internal IT support [13]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Sensaia — AI meeting capture and summaries, fully rolled out in Private Wealth &amp; Family Office [14]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“Best Private Bank for Use of AI”, PWM Wealth Tech Awards 2026: AI to augment advisers, not replace [14]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Swedbank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spc="60" kern="0" dirty="0">
                          <a:solidFill>
                            <a:srgbClr val="5A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Nina virtual assistant since 2014; a next-generation conversational-banking layer is in build [8][9]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AI Accelerator; shared, compliant genAI tooling offered across business units [9][10]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GAN-generated synthetic fraud patterns; internal AI rules mapped to the EU AI Act and GDPR [8][10]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Handelsbanken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spc="60" kern="0" dirty="0">
                          <a:solidFill>
                            <a:srgbClr val="5A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Deliberately minimal — the customer relationship stays human-led [11]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Watson tool for investment-advice compliance; RPA, ML pipelines, agentic process automation [11][12]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Frames it internally as “Augmented Intelligence”; leadership openly wary of the AI hype cycle [11]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Cautious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Nordnet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spc="60" kern="0" dirty="0">
                          <a:solidFill>
                            <a:srgbClr val="5A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NORDICS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AI-generated news digests per holding in-app; AI translation across Nordnet Social [15]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publicly disclosed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sold as investor content rather than service: AI Alpha Lab model portfolios by subscription [16]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A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Avanza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spc="60" kern="0" dirty="0">
                          <a:solidFill>
                            <a:srgbClr val="5A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generative-AI customer assistant announced to date [17]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publicly disclosed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Avanza Sigma (Aug 2026): algorithm-driven, factor-based discretionary equity portfolios — not billed as AI [17]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A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Revolut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spc="60" kern="0" dirty="0">
                          <a:solidFill>
                            <a:srgbClr val="5A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/ EU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in-app assistant (UK); Rita clears 20%+ of support requests; AI scam checks cut card-fraud losses ~30% [18][19]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In-house models screen roughly 1bn transactions a month for fraud and risk [18][19]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3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Revolut Research unit and proprietary PRAGMA model (Aug 2026), built on 80m customers' data [20][21]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50800" marB="5080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05332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reflects what each institution has publicly documented — not an audit of internal capability. Nordnet and Avanza are brokers, so their AI surface is investing-side by design.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as published by the institution or the named outlet; accessed September 2026.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07008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17957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Pohjola — “Artificial intelligence at OP Pohjola”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op.fi/en/about-op-pohjola/career/employer/ai-at-op-pohjola/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41348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61391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Media — “AI in OP Financial Group: customers set the direction”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op-media.fi/en/ai-in-op-financial-group/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75688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482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Danske Bank — “Danske Bank further strengthens Generative AI focus” (16 Jun 2025)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danskebank.com/news-and-insights/news-archive/news/2025/16062025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510028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48259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Danske Bank — “Adopting AI in regulated industries: what worked and what didn’t” (2026)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danskebank.lt/en/career/blog/2026/adopting-ai-in-regulated-industries-what-worked-and-what-didint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944368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91693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boost.ai — “How Norway’s biggest bank automated 51% of its online chat traffic with AI”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boost.ai/case-studies/how-norways-biggest-bank-automated-51-of-its-online-chat-traffic-with-ai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378708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35127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boost.ai — “How DNB transformed customer service operations… with conversational AI”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boost.ai/case-studies/how-dnb-transformed-customer-service-operations-and-enhanced-human-agent-efficiency-with-conversational-ai/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813048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78561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boost.ai — “Supercharging second line support at DNB” (Juno, Hugo, Fix)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boost.ai/blog/revolutionizing-banking-cx-leveraging-conversational-ai-to-supercharge-second-line-support-at-dnb/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47388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2199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Swedbank — “How Swedbank uses AI”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swedbank.com/about-swedbank/how-swedbank-uses-ai.html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681728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65429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Swedbank Careers — “Content Domain Lead – Conversational Banking &amp; GenAI”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jobs.swedbank.com/jobs/25489-content-domain-lead-conversational-banking-genai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5116068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8863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Weekly — “Nordic banks pursue AI in battle with digital competitors”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computerweekly.com/news/366592058/Nordic-banks-pursue-AI-in-battle-with-digital-competitors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5550408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52297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Consulting — “Balancing relationships and technology at Handelsbanken”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paconsulting.com/insights/balancing-relationships-and-technology-at-handelsbanken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1207008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117957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Handelsbanken plc Careers — “Information Security Consultant – AI” (Jun 2026)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jobs.handelsbanken.co.uk/jobs/job/Information-Security-Consultant-AI/2573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6355080" y="1641348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720840" y="161391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PYMNTS — “SEB launches voice-activated assistant Aida”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pymnts.com/news/merchant-innovation/2017/swedish-bank-boosts-customer-service-with-ai-robot/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2075688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20482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 — “Award-winning AI frees up time for proactive client interaction” (Sensaia, 2026)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sebgroup.com/press/news/2026/award-winning-ai-frees-up-time-for-proactive-client-interaction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355080" y="2510028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6720840" y="248259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Nordnet — “Nyt i 2025: de største nyheder og features hos Nordnet”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nordnet.dk/blog/nyt-i-2025-de-stoerste-nyheder-og-features-hos-nordnet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355080" y="2944368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6720840" y="291693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Nordnet — “AI Alpha Lab” subscription portfolios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nordnet.dk/aktier/analysetjenester/ai-alpha-lab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6355080" y="3378708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6720840" y="335127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 — “Avanza lanserar algoritmstyrd aktieförvaltning” (Avanza Sigma, 31 Aug 2026)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investors.avanza.se/media/press/2026/avanza-utmanar-storbankernas-miljardmarknad-lanserar-algoritmstyrd-aktieforvaltning-till-halva-priset/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6355080" y="3813048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6720840" y="378561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 — “Revolut launches AI feature to protect customers from card scams”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revolut.com/en-NL/news/revolut_launches_ai_feature_to_protect_customers_from_card_scams_and_break_the_scammers_spell/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355080" y="4247388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6720840" y="42199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ADVISORI — “Revolut’s AI strategy + roadmap: key takeaways” (AIR, Rita)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advisori.de/en/blog/revolut-s-ai-strategy-roadmap-key-takeways-learnings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6355080" y="4681728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6720840" y="465429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 — “Launch of dedicated AI research division: Revolut Research” (Aug 2026)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revolut.com/news/revolut_announces_launch_of_dedicated_ai_research_division_revolut_research/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6355080" y="5116068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6720840" y="508863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Futures — “Revolut debuts AI research unit to power in-house banking models” (PRAGMA)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fintechfutures.com/ai-in-fintech/revolut-launches-self-learning-intelligence-engine-to-accelerate-ai-deployment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05332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bank has published no AI detail, the table says so rather than inferring capability. Vendor case studies (boost.ai) and consultancy write-ups (PA Consulting, ADVISORI) are secondary sources and are labelled as such.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Nordic Banks - AI Capability Comparison</dc:title>
  <dc:subject>PptxGenJS Presentation</dc:subject>
  <dc:creator>Claude Code</dc:creator>
  <cp:lastModifiedBy>Claude Code</cp:lastModifiedBy>
  <cp:revision>1</cp:revision>
  <dcterms:created xsi:type="dcterms:W3CDTF">2026-09-03T20:04:47Z</dcterms:created>
  <dcterms:modified xsi:type="dcterms:W3CDTF">2026-09-03T20:04:47Z</dcterms:modified>
</cp:coreProperties>
</file>